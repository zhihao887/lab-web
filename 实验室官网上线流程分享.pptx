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bbbca519694f48" /><Relationship Type="http://schemas.openxmlformats.org/officeDocument/2006/relationships/extended-properties" Target="/docProps/app.xml" Id="R6d7e63b34f2e483e" /><Relationship Type="http://schemas.openxmlformats.org/officeDocument/2006/relationships/officeDocument" Target="/ppt/presentation.xml" Id="R03f10987504f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8b8486c794bc6"/>
  </p:sldMasterIdLst>
  <p:notesMasterIdLst>
    <p:notesMasterId xmlns:r="http://schemas.openxmlformats.org/officeDocument/2006/relationships" r:id="R7ffb9451a6234605"/>
  </p:notesMasterIdLst>
  <p:sldIdLst>
    <p:sldId xmlns:r="http://schemas.openxmlformats.org/officeDocument/2006/relationships" id="256" r:id="Ra9784ef1d8674e94"/>
    <p:sldId xmlns:r="http://schemas.openxmlformats.org/officeDocument/2006/relationships" id="257" r:id="R09cecc87653a4dcd"/>
    <p:sldId xmlns:r="http://schemas.openxmlformats.org/officeDocument/2006/relationships" id="258" r:id="R46d62cce6a034052"/>
    <p:sldId xmlns:r="http://schemas.openxmlformats.org/officeDocument/2006/relationships" id="259" r:id="R5556c4bdf8d2484a"/>
    <p:sldId xmlns:r="http://schemas.openxmlformats.org/officeDocument/2006/relationships" id="260" r:id="R75e5cc3135294fd0"/>
    <p:sldId xmlns:r="http://schemas.openxmlformats.org/officeDocument/2006/relationships" id="261" r:id="R84d057fce33a4531"/>
    <p:sldId xmlns:r="http://schemas.openxmlformats.org/officeDocument/2006/relationships" id="262" r:id="Rf61d4a9d95e345ad"/>
    <p:sldId xmlns:r="http://schemas.openxmlformats.org/officeDocument/2006/relationships" id="263" r:id="R412303d2e64f45a1"/>
    <p:sldId xmlns:r="http://schemas.openxmlformats.org/officeDocument/2006/relationships" id="264" r:id="R471a30ea7b074fec"/>
    <p:sldId xmlns:r="http://schemas.openxmlformats.org/officeDocument/2006/relationships" id="265" r:id="Rcdc7f3fc7cc64971"/>
    <p:sldId xmlns:r="http://schemas.openxmlformats.org/officeDocument/2006/relationships" id="266" r:id="Rc0c37af125e742f2"/>
    <p:sldId xmlns:r="http://schemas.openxmlformats.org/officeDocument/2006/relationships" id="267" r:id="R03cb2992e1364e2e"/>
    <p:sldId xmlns:r="http://schemas.openxmlformats.org/officeDocument/2006/relationships" id="268" r:id="R1f99ab1791934951"/>
    <p:sldId xmlns:r="http://schemas.openxmlformats.org/officeDocument/2006/relationships" id="269" r:id="Ra116bf18ec3b4422"/>
    <p:sldId xmlns:r="http://schemas.openxmlformats.org/officeDocument/2006/relationships" id="270" r:id="R7ef02de2a6fd47db"/>
    <p:sldId xmlns:r="http://schemas.openxmlformats.org/officeDocument/2006/relationships" id="271" r:id="Ra937136e34454ba5"/>
    <p:sldId xmlns:r="http://schemas.openxmlformats.org/officeDocument/2006/relationships" id="272" r:id="Rd2fe2a6056ae4e03"/>
    <p:sldId xmlns:r="http://schemas.openxmlformats.org/officeDocument/2006/relationships" id="273" r:id="Recf46e92704f4d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8b8486c794bc6" /><Relationship Type="http://schemas.openxmlformats.org/officeDocument/2006/relationships/theme" Target="/ppt/theme/theme1.xml" Id="Rd12a6ed75f484941" /><Relationship Type="http://schemas.openxmlformats.org/officeDocument/2006/relationships/notesMaster" Target="/ppt/notesMasters/notesMaster1.xml" Id="R7ffb9451a6234605" /><Relationship Type="http://schemas.openxmlformats.org/officeDocument/2006/relationships/presProps" Target="/ppt/presProps.xml" Id="R2b7c41da30fe4566" /><Relationship Type="http://schemas.openxmlformats.org/officeDocument/2006/relationships/viewProps" Target="/ppt/viewProps.xml" Id="Rceeeff53b2e7407c" /><Relationship Type="http://schemas.openxmlformats.org/officeDocument/2006/relationships/tableStyles" Target="/ppt/tableStyles.xml" Id="R375a276811274dad" /><Relationship Type="http://schemas.openxmlformats.org/officeDocument/2006/relationships/slide" Target="/ppt/slides/slide1.xml" Id="Ra9784ef1d8674e94" /><Relationship Type="http://schemas.openxmlformats.org/officeDocument/2006/relationships/slide" Target="/ppt/slides/slide2.xml" Id="R09cecc87653a4dcd" /><Relationship Type="http://schemas.openxmlformats.org/officeDocument/2006/relationships/slide" Target="/ppt/slides/slide3.xml" Id="R46d62cce6a034052" /><Relationship Type="http://schemas.openxmlformats.org/officeDocument/2006/relationships/slide" Target="/ppt/slides/slide4.xml" Id="R5556c4bdf8d2484a" /><Relationship Type="http://schemas.openxmlformats.org/officeDocument/2006/relationships/slide" Target="/ppt/slides/slide5.xml" Id="R75e5cc3135294fd0" /><Relationship Type="http://schemas.openxmlformats.org/officeDocument/2006/relationships/slide" Target="/ppt/slides/slide6.xml" Id="R84d057fce33a4531" /><Relationship Type="http://schemas.openxmlformats.org/officeDocument/2006/relationships/slide" Target="/ppt/slides/slide7.xml" Id="Rf61d4a9d95e345ad" /><Relationship Type="http://schemas.openxmlformats.org/officeDocument/2006/relationships/slide" Target="/ppt/slides/slide8.xml" Id="R412303d2e64f45a1" /><Relationship Type="http://schemas.openxmlformats.org/officeDocument/2006/relationships/slide" Target="/ppt/slides/slide9.xml" Id="R471a30ea7b074fec" /><Relationship Type="http://schemas.openxmlformats.org/officeDocument/2006/relationships/slide" Target="/ppt/slides/slide10.xml" Id="Rcdc7f3fc7cc64971" /><Relationship Type="http://schemas.openxmlformats.org/officeDocument/2006/relationships/slide" Target="/ppt/slides/slide11.xml" Id="Rc0c37af125e742f2" /><Relationship Type="http://schemas.openxmlformats.org/officeDocument/2006/relationships/slide" Target="/ppt/slides/slide12.xml" Id="R03cb2992e1364e2e" /><Relationship Type="http://schemas.openxmlformats.org/officeDocument/2006/relationships/slide" Target="/ppt/slides/slide13.xml" Id="R1f99ab1791934951" /><Relationship Type="http://schemas.openxmlformats.org/officeDocument/2006/relationships/slide" Target="/ppt/slides/slide14.xml" Id="Ra116bf18ec3b4422" /><Relationship Type="http://schemas.openxmlformats.org/officeDocument/2006/relationships/slide" Target="/ppt/slides/slide15.xml" Id="R7ef02de2a6fd47db" /><Relationship Type="http://schemas.openxmlformats.org/officeDocument/2006/relationships/slide" Target="/ppt/slides/slide16.xml" Id="Ra937136e34454ba5" /><Relationship Type="http://schemas.openxmlformats.org/officeDocument/2006/relationships/slide" Target="/ppt/slides/slide17.xml" Id="Rd2fe2a6056ae4e03" /><Relationship Type="http://schemas.openxmlformats.org/officeDocument/2006/relationships/slide" Target="/ppt/slides/slide18.xml" Id="Recf46e92704f4d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386257d31f41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4d7d4ce2f34abc" /><Relationship Type="http://schemas.openxmlformats.org/officeDocument/2006/relationships/notesMaster" Target="/ppt/notesMasters/notesMaster1.xml" Id="Ra069870edfb7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197a2c0b6f4c6a" /><Relationship Type="http://schemas.openxmlformats.org/officeDocument/2006/relationships/notesMaster" Target="/ppt/notesMasters/notesMaster1.xml" Id="R1f3c8bbf2a6b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ff6394eeb246e4" /><Relationship Type="http://schemas.openxmlformats.org/officeDocument/2006/relationships/notesMaster" Target="/ppt/notesMasters/notesMaster1.xml" Id="Rba7a2531cfca4c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c8e423feac4578" /><Relationship Type="http://schemas.openxmlformats.org/officeDocument/2006/relationships/notesMaster" Target="/ppt/notesMasters/notesMaster1.xml" Id="R909a50635db043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ca36aec5b4422c" /><Relationship Type="http://schemas.openxmlformats.org/officeDocument/2006/relationships/notesMaster" Target="/ppt/notesMasters/notesMaster1.xml" Id="Rca7177ea955548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e1c447d8af4d05" /><Relationship Type="http://schemas.openxmlformats.org/officeDocument/2006/relationships/notesMaster" Target="/ppt/notesMasters/notesMaster1.xml" Id="R3daa4657776c47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57735f48de4e7c" /><Relationship Type="http://schemas.openxmlformats.org/officeDocument/2006/relationships/notesMaster" Target="/ppt/notesMasters/notesMaster1.xml" Id="Rfec1d87be67347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af2818986c46a6" /><Relationship Type="http://schemas.openxmlformats.org/officeDocument/2006/relationships/notesMaster" Target="/ppt/notesMasters/notesMaster1.xml" Id="R314b4d73e9f14f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e3fdeff6ef4a46" /><Relationship Type="http://schemas.openxmlformats.org/officeDocument/2006/relationships/notesMaster" Target="/ppt/notesMasters/notesMaster1.xml" Id="R34452163df7b4d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cbfedb8239413d" /><Relationship Type="http://schemas.openxmlformats.org/officeDocument/2006/relationships/notesMaster" Target="/ppt/notesMasters/notesMaster1.xml" Id="Rc0c09d61211242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3a2c01e1464504" /><Relationship Type="http://schemas.openxmlformats.org/officeDocument/2006/relationships/notesMaster" Target="/ppt/notesMasters/notesMaster1.xml" Id="R1eef01f15e9647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4b61b91627465f" /><Relationship Type="http://schemas.openxmlformats.org/officeDocument/2006/relationships/notesMaster" Target="/ppt/notesMasters/notesMaster1.xml" Id="R55dd35f52f7049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ce7142bbe64217" /><Relationship Type="http://schemas.openxmlformats.org/officeDocument/2006/relationships/notesMaster" Target="/ppt/notesMasters/notesMaster1.xml" Id="R7e7841c599f746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b4779b83214801" /><Relationship Type="http://schemas.openxmlformats.org/officeDocument/2006/relationships/notesMaster" Target="/ppt/notesMasters/notesMaster1.xml" Id="Rd224b68028534e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5fb33902b845cd" /><Relationship Type="http://schemas.openxmlformats.org/officeDocument/2006/relationships/notesMaster" Target="/ppt/notesMasters/notesMaster1.xml" Id="R1f68b157168a4b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c28230e84c4de1" /><Relationship Type="http://schemas.openxmlformats.org/officeDocument/2006/relationships/notesMaster" Target="/ppt/notesMasters/notesMaster1.xml" Id="R661987dedea242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21f1c5c58942b1" /><Relationship Type="http://schemas.openxmlformats.org/officeDocument/2006/relationships/notesMaster" Target="/ppt/notesMasters/notesMaster1.xml" Id="R83d83f873f3641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92d1baf6614c1d" /><Relationship Type="http://schemas.openxmlformats.org/officeDocument/2006/relationships/notesMaster" Target="/ppt/notesMasters/notesMaster1.xml" Id="R60f010e0418041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a46afd04846f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99a0b5dbd5b459f" /><Relationship Type="http://schemas.openxmlformats.org/officeDocument/2006/relationships/slideLayout" Target="/ppt/slideLayouts/slideLayout2.xml" Id="R092513632b1849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2513632b1849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fb26ada8984f48" /><Relationship Type="http://schemas.openxmlformats.org/officeDocument/2006/relationships/notesSlide" Target="/ppt/notesSlides/notesSlide1.xml" Id="R5451d66cb31c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fbf99c3bd47ce" /><Relationship Type="http://schemas.openxmlformats.org/officeDocument/2006/relationships/notesSlide" Target="/ppt/notesSlides/notesSlide2.xml" Id="Rbb6797148fd642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f286cffa364794" /><Relationship Type="http://schemas.openxmlformats.org/officeDocument/2006/relationships/notesSlide" Target="/ppt/notesSlides/notesSlide3.xml" Id="Rd04cd0d1bf42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ecc97a73a42b3" /><Relationship Type="http://schemas.openxmlformats.org/officeDocument/2006/relationships/notesSlide" Target="/ppt/notesSlides/notesSlide4.xml" Id="R501d33aba8404e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3192fb8984965" /><Relationship Type="http://schemas.openxmlformats.org/officeDocument/2006/relationships/notesSlide" Target="/ppt/notesSlides/notesSlide5.xml" Id="R1e60b2dda0d542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0365016eeb45e9" /><Relationship Type="http://schemas.openxmlformats.org/officeDocument/2006/relationships/notesSlide" Target="/ppt/notesSlides/notesSlide6.xml" Id="Rc4e62ad1c87d4f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206550900a47a0" /><Relationship Type="http://schemas.openxmlformats.org/officeDocument/2006/relationships/notesSlide" Target="/ppt/notesSlides/notesSlide7.xml" Id="R594c462fb4284e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f7b2f354b2430d" /><Relationship Type="http://schemas.openxmlformats.org/officeDocument/2006/relationships/notesSlide" Target="/ppt/notesSlides/notesSlide8.xml" Id="R4567293408dc41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56230d31234af9" /><Relationship Type="http://schemas.openxmlformats.org/officeDocument/2006/relationships/notesSlide" Target="/ppt/notesSlides/notesSlide9.xml" Id="R4da3c37b754746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15136914c482f" /><Relationship Type="http://schemas.openxmlformats.org/officeDocument/2006/relationships/notesSlide" Target="/ppt/notesSlides/notesSlide10.xml" Id="Rb4f0bc07e91f44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4a5eca99964289" /><Relationship Type="http://schemas.openxmlformats.org/officeDocument/2006/relationships/notesSlide" Target="/ppt/notesSlides/notesSlide11.xml" Id="Rf83a4a6e02f84c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00de1f3a734448" /><Relationship Type="http://schemas.openxmlformats.org/officeDocument/2006/relationships/notesSlide" Target="/ppt/notesSlides/notesSlide12.xml" Id="R894e00b5ec4f47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01fe1ad8ee4086" /><Relationship Type="http://schemas.openxmlformats.org/officeDocument/2006/relationships/notesSlide" Target="/ppt/notesSlides/notesSlide13.xml" Id="Rb94458076b3a4c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593a0c3194679" /><Relationship Type="http://schemas.openxmlformats.org/officeDocument/2006/relationships/notesSlide" Target="/ppt/notesSlides/notesSlide14.xml" Id="R837fe85f21604b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4164c94c7a4268" /><Relationship Type="http://schemas.openxmlformats.org/officeDocument/2006/relationships/notesSlide" Target="/ppt/notesSlides/notesSlide15.xml" Id="R7f385074068046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f35b17f6b42ae" /><Relationship Type="http://schemas.openxmlformats.org/officeDocument/2006/relationships/notesSlide" Target="/ppt/notesSlides/notesSlide16.xml" Id="Rfb75c87530f445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69b20e271b4ffd" /><Relationship Type="http://schemas.openxmlformats.org/officeDocument/2006/relationships/notesSlide" Target="/ppt/notesSlides/notesSlide17.xml" Id="Rcc5666eb3d424f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55a98efb14a98" /><Relationship Type="http://schemas.openxmlformats.org/officeDocument/2006/relationships/notesSlide" Target="/ppt/notesSlides/notesSlide18.xml" Id="Re733b33f4fa146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A78CC-0B89-45AE-9F86-4DCAB97F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8B47B-D43A-4BEC-BC6A-4B929232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16C6B-594B-4A76-8876-A312A5F6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80860-4BCD-4776-B52C-8A449E56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3DDC5-0EF2-4FE6-8CE1-8AB13E8D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858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A47CF-B63F-47B9-89C9-02CF028E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19300"/>
            <a:ext cx="1828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>
              <a:alpha val="20000"/>
            </a:srgbClr>
          </a:solidFill>
          <a:ln xmlns:a="http://schemas.openxmlformats.org/drawingml/2006/main" w="19050">
            <a:solidFill>
              <a:srgbClr val="1B9A97">
                <a:alpha val="6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BEB53-8FF0-4026-8CAC-1371AE81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2A8F-C471-4B39-99E4-E1EC8B12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8191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LAB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F4C36-FE83-492E-85FB-AF93B282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6667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FFFFF">
                    <a:alpha val="86667"/>
                  </a:srgbClr>
                </a:solidFill>
                <a:latin typeface="Aptos Display"/>
                <a:ea typeface="Aptos Display"/>
                <a:cs typeface="Aptos Display"/>
              </a:rPr>
              <a:t>Vue</a:t>
            </a:r>
          </a:p>
          <a:p xmlns:a="http://schemas.openxmlformats.org/drawingml/2006/main">
            <a:pPr algn="l">
              <a:defRPr sz="1800" b="0">
                <a:solidFill>
                  <a:srgbClr val="FFFFFF">
                    <a:alpha val="86667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FFFFF">
                    <a:alpha val="86667"/>
                  </a:srgbClr>
                </a:solidFill>
                <a:latin typeface="Aptos Display"/>
                <a:ea typeface="Aptos Display"/>
                <a:cs typeface="Aptos Display"/>
              </a:rPr>
              <a:t>Vite</a:t>
            </a:r>
          </a:p>
          <a:p xmlns:a="http://schemas.openxmlformats.org/drawingml/2006/main">
            <a:pPr algn="l">
              <a:defRPr sz="1800" b="0">
                <a:solidFill>
                  <a:srgbClr val="FFFFFF">
                    <a:alpha val="86667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FFFFF">
                    <a:alpha val="86667"/>
                  </a:srgbClr>
                </a:solidFill>
                <a:latin typeface="Aptos Display"/>
                <a:ea typeface="Aptos Display"/>
                <a:cs typeface="Aptos Display"/>
              </a:rPr>
              <a:t>Vercel</a:t>
            </a:r>
          </a:p>
          <a:p xmlns:a="http://schemas.openxmlformats.org/drawingml/2006/main">
            <a:pPr algn="l">
              <a:defRPr sz="1800" b="0">
                <a:solidFill>
                  <a:srgbClr val="FFFFFF">
                    <a:alpha val="86667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FFFFF">
                    <a:alpha val="86667"/>
                  </a:srgbClr>
                </a:solidFill>
                <a:latin typeface="Aptos Display"/>
                <a:ea typeface="Aptos Display"/>
                <a:cs typeface="Aptos Display"/>
              </a:rPr>
              <a:t>Cloudflare</a:t>
            </a:r>
          </a:p>
        </p:txBody>
      </p:sp>
      <p:sp>
        <p:nvSpPr>
          <p:cNvPr id="10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56D2CD-7FA8-4A36-8C87-2A88DBE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2C6B41-55E7-45AA-A542-27CA096B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GROUP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751D6-8C1F-4B38-BB63-0537F33B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666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实验室官网从构建到上线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4FE6A-6649-4962-8199-474D3A0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从前端页面搭建，到 Vercel 部署，再到 Cloudflare DNS 托管与国内访问优化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C0862-2C30-4578-B315-5309C12E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428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16964-2347-499B-A423-6DAE8569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5F9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5F98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71DCC-E150-4897-97B9-7110746A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页面视图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EC432-F0A3-47BF-A94D-461C7738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1428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0A004-0894-4C90-9F83-A44A2EF8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481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B9A9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B9A97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F50B0-8AB4-42AC-A4E8-93ED6477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386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公共组件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BCB0F-062A-4348-8FB2-430281E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9570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D6B3F-C65C-4689-A0D7-91EC51C3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481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82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C98222"/>
                </a:solidFill>
                <a:latin typeface="Aptos Display"/>
                <a:ea typeface="Aptos Display"/>
                <a:cs typeface="Aptos Display"/>
              </a:rPr>
              <a:t>3054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B02D5-B46E-4407-A64B-4E86459A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386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行内容数据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E17C2-F022-4A52-8022-4AFEA4B8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95700"/>
            <a:ext cx="1428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93E64-6FDE-4FAE-9201-4C7D91DD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481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4B5E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C94B5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ACA91-ABC4-4C06-B5F9-64D2A9AA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386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后端服务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4B9EA6-1DBD-414B-9FA5-0E16628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重点讲流程，不堆技术细节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82ECB-DD8F-4979-924B-EF429D2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A78EE-D0C3-4436-84DE-0E8B50AC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84078B-824A-4392-A1FF-97DDE445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07606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5B034-0F47-4273-8172-30E6893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B57B6-B062-4F79-B4B3-FD12E69D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AF741-85A9-4424-B57C-1B151D9C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3CF980-17A2-4D65-ADDE-76A26E08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39CC04-4C45-48D8-9E60-E7DD38D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FLOW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FFCAC-4EB8-4A20-8B62-D13E207E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这次分享讲一条完整链路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F2533-FB3C-4ED3-A7BF-A9A76D9F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网站上线不是单点技术，而是从内容、页面、构建、部署、域名到访问验证的闭环。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5F06B-044A-496F-9B19-EC82525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FC136-00BC-4D7A-9096-959BE974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内容准备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86472-4831-41E2-AEAD-5ABD7580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480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DC71C-5666-4243-A532-762E037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400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3F65D-A1DA-4923-8658-F88CEDA2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1B9A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37E5D-E609-4163-BD3A-C518EEA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6766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页面构建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7CEBC-5421-489F-9578-A20EFFFC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671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A7258-4C2C-46A5-A70A-077F59A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9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FC7C6-28D5-4016-BB45-ABC88E43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C982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CE77A-B309-4AC5-BAE9-0FA5C13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575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本地调试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AF060-5E8D-429D-8576-0CAE1A5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480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2E5E4-0F2E-4D8F-B6CF-D3904D54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00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5145A-8933-4DFB-9D04-3693B2B7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56235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C94B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14648-59D0-46A5-80CE-4E5A0A5C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766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Vite 打包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004A6-7CAC-4E68-93C8-6516D4E0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8671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295D9-29E5-4147-8CA5-787CF778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4067D-027B-4385-B5D3-AAD86A08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CD963-B6EF-4AAC-80AF-45DE9E65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Vercel 部署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DF08C-6972-4D18-875B-B786B5A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27B91E-97A3-4DBC-A682-BD3C8F3F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00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58DAA-94F3-427B-B0EA-17522366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56235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1B9A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8148AC-B61C-493C-B883-EE0F20E7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6766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Cloudflare DNS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64C4A-F5C0-4713-990B-7D976522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8671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02C18B-9EAA-43FC-9D24-F94051BA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9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B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8A8131-0C4A-46C4-A9E8-F9AF6313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4E8D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280A20-77B9-459E-83CC-4136D0CA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575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国内访问验证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69DAE3-D259-40AA-9C00-2FC8F74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B0CDDA-42C0-445A-A754-69D110AF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E9974E-9842-402E-A5A1-1699AAAE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422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分享目标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2DCEA2-9B2E-4C22-9D94-110C0221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听完后能复述：一个本地 Vue 项目如何变成可通过正式域名访问的实验室官网。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EF383A-5572-4751-8779-0BF39A0C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0060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8EE267-CB25-4AEF-8160-2B6C6667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006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055BE9-CDFF-494D-8665-3E131DE0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33950"/>
            <a:ext cx="422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讲述方式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3BFAE4-F17F-47F4-B5B0-54EFD51D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6255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每一步都回答：解决什么问题、为什么这样选、最终带来什么效果。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DA605E-DEA3-42F6-BFDD-6A6C0D3C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4E7A86-04B0-4695-A355-B325B7EF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2E6449-B1B8-4FFB-863A-F7471AF8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89524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4C782-7497-445A-88F7-5A69CA7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60CC6-9076-4EA7-BBD4-CB13BCC6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3D761-A92A-44A6-AD46-DC2F5C1F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85F6EF-7C6D-4B86-B272-D2DEDEA9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8E809F-EABA-421B-9014-23AA12B1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PROJECT POSITIONING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D7BE9-98BC-4EB3-A11F-3F71436D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先定义官网要服务谁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569E8-8E9A-4BA5-A71C-6264AAD9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它不是炫技页面，而是团队对外展示、成果沉淀和招新沟通的稳定入口。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3EEB1-E1DF-4CDD-9C66-2023CC7D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D6DB3-7CAD-4470-9D5B-619456AF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966DF-17F6-4653-877E-37918F5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对外展示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BEF57-31CF-4432-8159-CB2A8834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让访问者快速知道团队是谁、研究什么、有哪些成果。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FB143-F4EA-4CCB-824E-FDACE85C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CAC87-C889-42D4-BD7A-4412C7B4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47434-FC86-42D6-83DB-013354C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908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内容沉淀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12EDC-EBFF-4863-A7FA-F41E45BC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成员、论文、项目、资源集中管理，避免信息散落在不同文档。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BC499-756A-4C85-A44E-3EEA4836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86B0A-29BA-4891-8F52-E66734D9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75362-BC74-46A3-A641-BC17FE35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招新转化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D3908-2846-4B3E-8736-DF1F9A1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把适合的人引导到加入方式、材料清单和沟通入口。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0E978-9694-4867-A981-BF1C8677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核心判断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8E218-4692-4622-8451-8DB37E04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展示型、内容型、学术型官网，优先选择轻量静态架构，而不是一开始就引入后端和数据库。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886C4-CAC6-4574-A482-C800B37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CFFC2-6EC5-4F68-8620-494935F5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269C6-0543-423C-959F-43AB62A7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48116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CE9D8A-4417-4367-A1F3-B803693C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4CD71-6B13-4466-A78D-ED36C751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DD292-F133-4D3A-9728-02FD290A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889B6D9-4BCB-4899-BA1F-5211F4DF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B5A6F1-8D7B-4B83-82EC-C9775F25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STACK AS 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DEAAE-4CF7-4D98-B57E-37ACFEA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技术栈围绕低成本、低维护展开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39A16-C620-456F-9004-6E249543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技术名词背后对应的是流程角色：页面、构建、路由、部署、DNS。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77A78-7431-48B6-B217-F64BC9C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87C29-6B67-4ACF-BAC5-4D15B379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Vue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A095E-1911-4438-B45A-0AE7F6C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把重复页面拆成组件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781EF-0719-465C-91D2-B581B268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82A1B-82D6-4BB4-8535-2DCE495E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Vite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9003C-C6F4-419D-B144-3BE5D26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本地开发快，打包成静态文件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15961-C30F-44E2-9091-B0FA8B96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277EA-7E56-47CB-B600-57B67DBF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Vue 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BDF73-3EE0-453D-A8C2-3865A688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让不同 URL 对应不同页面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29928-528C-4E3E-B296-A6F4BD69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CC8B2-E6DC-4A0E-A825-B2C1A6DA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CC69E-B67F-420E-967B-ACEFC2E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自动构建并发布到公网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3A180-809F-490A-89EF-EF4518FD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84C17-A8FC-4F73-8B1A-540BE35D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Cloudflare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6D2BD-FDD5-4251-BF57-8FDF2F1A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006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管理 DNS、代理、缓存和 HTTPS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5C6B7-E01C-46D9-B9C2-541AC7BE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674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一句话：Vue 做页面，Vite 做打包，Vercel 做部署，Cloudflare 做访问入口。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8119A-9081-4FF7-8487-351DB022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23B3B-CF68-4708-89E3-D6241AFC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BECE49-B0F8-42DE-9C4A-1C3B10A4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10524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3A1892-1D32-473C-8AEA-88D3B30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45986-13B1-4389-999F-6EE594D1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9CD14-CC79-4C4E-B3FD-AABB27F5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6C1E2B-4796-4DC5-803E-9268EED8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7276A5-991C-4C15-8C54-82A2DB27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PAGE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20A23-487E-4498-BC6B-6F5C079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页面结构按访问路径组织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B0679-1D24-418E-8772-D904C055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先让访问者看懂团队，再进入成员、成果、项目、资源和加入方式。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4EA8C-F3A9-42EF-95DF-DA62C75E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81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7935B-C7F5-4F67-ABC8-941379B4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114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首页</a:t>
            </a:r>
          </a:p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定位 + 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761B2-A93F-47B2-B9FB-B16529E9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1B9A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3D040-0D73-4494-A1CE-5C677023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74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团队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DCB16-3B10-4BD1-B771-74A2018B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1BD14-DDD6-43E2-91BF-ACBED230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24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B50CA-CA68-4FB7-96F4-218C81E8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8"/>
          </a:solidFill>
          <a:ln xmlns:a="http://schemas.openxmlformats.org/drawingml/2006/main" w="13335">
            <a:solidFill>
              <a:srgbClr val="C982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E6E29-3DE8-4006-85A7-F415BB1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574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D995D-D250-45B4-A76C-9F226ED6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2466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2FEB6-1FDD-4686-8A35-15AA11B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24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D0B71-C715-4FF8-8087-784CD8AE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A"/>
          </a:solidFill>
          <a:ln xmlns:a="http://schemas.openxmlformats.org/drawingml/2006/main" w="13335">
            <a:solidFill>
              <a:srgbClr val="C94B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17131-A69A-445E-9604-D7531EA0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动态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9D9D6-8856-47F6-ADCE-025A2CBB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441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ECC8A-61A8-4F86-A0C1-E102F956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0E9E7-5665-4A95-BDC3-87A74D2A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6AD97-7183-4C8B-B5CE-2384566D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766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项目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50962-C255-41B8-B304-01944EB9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F996B-AFAA-4985-BE49-312CCA16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24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98F3B-1527-46C2-9393-89DB310F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623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8"/>
          </a:solidFill>
          <a:ln xmlns:a="http://schemas.openxmlformats.org/drawingml/2006/main" w="13335">
            <a:solidFill>
              <a:srgbClr val="4E8D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63EFB-9A82-45C7-8652-15EC4DA7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6766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资源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ADFA9-9A06-4862-8F8C-8AEF6395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2466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691BAC-4C54-4B3F-9A38-9FE6AF1C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24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671CDB-72A9-4408-B300-853EA177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1B9A9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331950-2A53-4CED-89C5-4C838EC0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加入我们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9A55E2-E92E-43F9-814D-D34547C3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441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BA5A2-AAB7-47C5-9314-1637EFDD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2F1499-901A-429A-8712-DB86CB76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E1002A-B353-486D-A07A-E5ADCBE2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F3A0CB-33C0-4AFE-A437-F553E0B4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详情页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5F00F9-37CA-4F6A-BE22-D0E5FBBB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847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研究方向 / 论文 / 项目详情负责承接列表页的深入阅读。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D62D2F-B932-4086-945C-4E5A888E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9ECCB3-60F4-4027-AC41-7BBB5000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634BFF-FECA-43EC-ADDD-F54A00F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44419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DB9F6-73EB-4037-9247-CB0DFB9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29C0E-CE41-4A40-BD0A-61D2ADEA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7DA84-401C-42EC-939A-911D592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6873975-BFA1-4A2D-B9EF-6CEF48B3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AE9654-77F2-4C01-8F35-EE58D701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DATA DRIVEN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9B704-B53E-4102-A1AF-27932980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最重要的设计：内容和页面分离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B7824-939D-4DDB-93D7-AC95915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siteData.js 是全站内容的统一来源；页面只负责如何展示。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D46C3-AC4D-466F-AFC4-8E481EF2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667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140AA-8C9E-429E-966E-3542A89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siteData.js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29765-C6D2-44CF-B949-41EB10A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1857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85098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>
                    <a:alpha val="85098"/>
                  </a:srgbClr>
                </a:solidFill>
                <a:latin typeface="Aptos"/>
                <a:ea typeface="Aptos"/>
                <a:cs typeface="Aptos"/>
              </a:rPr>
              <a:t>成员 / 论文 / 新闻 / 项目 / 资源 / 导航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CEC0D-EEAA-47F3-965A-0396A102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1F809-D35A-47E4-BD4F-98EE21CF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首页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F8292-D1D9-41E7-856D-B71EEFA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754A4-ACA6-4433-B29A-774C924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9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F6E46-F457-4A1E-AB9D-55FF3B0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3335">
            <a:solidFill>
              <a:srgbClr val="1B9A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9F4CF-0C97-49D0-875C-2AB2F47C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908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团队页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5AFD3-989B-4DDE-A599-F7523D35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47D35-8561-4043-B80A-393CA2F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9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35C12-560E-4600-A337-B813F676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3335">
            <a:solidFill>
              <a:srgbClr val="C9822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63E68-72D7-4FFA-851C-E8C0BE2D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7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成果页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2FB6A-EA6D-4D6A-B87C-4165402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3A18A-5613-47D8-8F82-00329E3C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9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153D5-8DC7-465F-A43C-2851A91D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00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3335">
            <a:solidFill>
              <a:srgbClr val="C94B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21BF8-7B45-4778-958F-7E845EF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243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项目页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63DA00-DA24-4E20-8935-8DC88467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4C5DC-1899-4B4C-9784-6A8FFD57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9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4AFA2-8506-49D6-B094-883CD779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768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13335">
            <a:solidFill>
              <a:srgbClr val="4E8D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E7354B-AE78-4F8B-85B6-49926BA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911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加入页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A0905-5550-4D2E-93C6-5688259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9C7CE-DC59-4420-98A2-F84FB9C3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19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9B7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5860-98F7-4C87-9208-E1CCBED7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CAFECA-C9FE-48D8-92CC-4A620F1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CFA349-0311-434A-BADF-21764231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146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维护收益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992DB4-DF44-4CEC-BA2D-D9E8F9A9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新增成员、更新论文、调整导航时，优先改数据文件，而不是到每个页面里翻文字。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1E72B5-E19A-49BA-AE6B-9B641768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页面负责「怎么显示」，数据负责「显示什么」。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F91C9B-9306-4F02-945A-9FB4EFB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B38CE2-B7C6-4E68-AB39-38D3D61C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AB8345-E002-474C-A18F-D462C214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30957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121EB4-21E8-45CD-B169-36CA5AED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BDFF5-0D2D-495E-BC27-E40BBAFC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B8AFC-B2D7-4B25-8A02-0688B618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2F0F72-F2CF-41FB-A637-51544235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F499E62-E383-4923-8192-AFB64467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COMPONENT REUSE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94354-8CBD-402B-9EE7-862C59D4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组件化让重复页面变成一次维护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9ECF6-DD49-47DD-A291-75934802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顶部导航、页脚、页面标题区等元素被抽成公共组件。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23B4F-1C24-4EF8-B180-1A3B9B0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41056-001D-4D1B-8F4C-33C2CDD8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62163-2E60-4349-9466-8B21C973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LabHeader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06AFE-F3F7-494C-BBB5-BC877496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全站顶部导航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D2BF6-F37A-4A74-9A2B-BC74D242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12DBC-D68C-4862-AB98-BF3ACDC8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7B0B4-2E93-4565-B03B-C38BEFA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SiteFooter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7929D-3607-48C9-8A78-7257E4B2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底部信息与联系入口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F5617-B094-4A12-AF8D-3168BA15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3C5EB-A38A-477B-B55E-AA36E6EA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5959F-07B8-4901-82B0-28DBB145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PageHero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0149F-6749-410A-B3EE-170F531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各页面标题区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D0AF0-2198-43CD-82F9-43096989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ED6A6-AAFA-4DB0-BCA9-34DE066E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4610F2-739A-465A-BB16-1B6BDB0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HeroVisual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BDA4C-0BD2-4263-BA91-2B50D746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首页视觉模块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09EC3-5760-458C-A722-7AE8D4F1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例子：导航新增“资源”入口，只改 Header / 数据源一次，全站同步生效。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429C6-C549-4AE4-999C-6FCC543D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F1A0B-3D3B-426F-ABDD-71DBBC1F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82F7E-D94C-4121-AD4C-65ADDC6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89627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651DB-1E65-43EF-A95D-65D554C8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2009C-50A8-45C5-9C76-3BD75064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5812D-2AED-4B2A-8769-F1638C0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8669EB-EF64-439E-A432-C62F72E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FB3FDFB-7D37-41F3-A9D7-82DC64FF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BUILD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FBD8D-84E7-49C4-ABF3-9796386A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Vite 把开发工程导出成静态文件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D415F-A084-48E5-B5CB-55A0E56F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本地看到的是 Vue 工程，线上发布的是 HTML、CSS、JS 和图片。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31AF6-D693-4AD7-9C23-F5B6BFE1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8EEAF-8A85-4150-8C34-F8AD9860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npm run dev</a:t>
            </a:r>
          </a:p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本地边改边看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80206-7F36-4419-90AE-2D7B4591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62350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242FB-B7C4-409C-B8CE-7BEF060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14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37D2D-5204-4654-AE52-94487F6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8"/>
          </a:solidFill>
          <a:ln xmlns:a="http://schemas.openxmlformats.org/drawingml/2006/main" w="13335">
            <a:solidFill>
              <a:srgbClr val="C982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7B64D-422C-4842-A29B-8DFDAE33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npm run build</a:t>
            </a:r>
          </a:p>
          <a:p xmlns:a="http://schemas.openxmlformats.org/drawingml/2006/main">
            <a:pPr algn="ctr">
              <a:defRPr sz="12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生产构建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9DA32-66DE-4EF2-87B2-615D46C2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010AF-BA3C-41C1-A708-B0D4D894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14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2D204-F05D-4A34-A1AF-86B1C8B8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432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1B9A9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0F21D-7906-4C88-984F-8A89696F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dist/</a:t>
            </a:r>
          </a:p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静态文件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C8834-DFD0-4875-8589-A9A269CB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620E0-8D69-4E44-AFD8-276703A0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53EFA-1BF2-4F46-9156-65FC9DE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33950"/>
            <a:ext cx="651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当前构建产物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EB90D-7691-497F-995F-C64F87E3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62550"/>
            <a:ext cx="6515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JS 约 262 KB；CSS 约 60 KB；图片约 5.6 MB。后续主要性能优化点是图片压缩。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2925E4-2A23-4914-9B71-A9C25723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28BF9-5658-437A-8992-C26A6E30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F2256-1093-4EAE-9DE7-BAD72A7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74688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4CA76-5199-4C2A-9375-88930DE1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A5379-4CCD-4AF3-9AF4-A9ABC63F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D6336-8078-446B-9E7E-C57ED2BA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465630-5517-421F-9C87-48DCE43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88D88F-306C-42C7-8A81-64544255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VERCEL DEPLOY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05A55-32E3-4EDF-BBB0-8C7F5453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Vercel 负责把静态文件发布到公网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E6854-6EC1-4C15-A745-96AAA0D1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它把部署、HTTPS、构建和 CDN 分发变成自动流程。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7513E-C22E-401D-8606-B124FEF0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74265-41CF-4A7E-9EF7-6CF2CA8C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Git 仓库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D5C0E-1C33-409D-B87B-B56FC52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48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76888-1314-4108-9DED-3DBEE56F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0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9E3E8-7DB9-4397-AD62-A8A37ADF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242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1B9A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7D68C-751C-4643-90B7-A6268E02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Vercel 导入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B6079-BCE1-439C-9148-F32CE0A2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48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8CACA-F2FD-498C-AAC6-05144FC3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00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010B2-F58C-4DD9-9B1D-40205E4C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C982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F605A-68F1-4883-9985-DCEB7B74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安装依赖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1F72C-5D21-4535-889A-985F60BE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48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86E71-1A76-45C1-A819-6D9EB83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0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FCE51-E8E7-408E-8DA2-98231EC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242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C94B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246EC-B6D1-4654-BB3A-752587CD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npm run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7859F-7866-4383-AC2D-C6142162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48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11882-B2AC-49FD-910E-C3977986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0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C30F7-5E31-4E19-B336-E8852211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4E8D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F5738-B156-4E35-9866-30952C37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发布 dist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984C69-97B6-4959-851D-66281CDE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80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DFC97-EEFC-408D-8811-39F881CA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0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68F9DE-2ED5-4E89-A2E8-93421253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D4F86-AA28-429B-B34F-FCD8503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生成线上地址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4B909-95F5-42F5-87DC-8EE257A6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D9239C-C853-403C-BCA9-F2132B12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056A35-FA76-4517-BCDE-73ABD72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784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为什么适合这个项目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273AB1-BF6B-4FD4-8E52-6A18A59B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784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不用租服务器、配 Nginx 或手动申请证书；每次提交后可以自动构建并上线。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F54CC0-B41D-4F85-9617-EB75F404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D99C02-4BF0-4F18-ADE9-284B6956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E40431-E15F-4CC9-811C-328FB80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29958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C1EBF-40CC-4ED2-A14A-D92B777D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12752-6502-4B34-BC32-D0EBF98D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BDDE2-F7B7-4606-B9B3-82CFD3AF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EFB6E3-108E-4AC1-AAFF-B2F20D71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B88907-8F2D-47F1-9BE8-81512231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SPA FALLBACK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C0067-8468-4394-85B0-57E19FBD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部署里最典型的坑：刷新二级页面 404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AF082-4069-4B0F-B4A6-983E70A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前端路由看起来像真实路径，但服务器上并没有对应文件。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7BBCA-114F-4B37-85EC-97CA548D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B6955-033D-4CBF-B558-FED6EB83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2751A-278C-46A6-80B6-63EDA5FC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现象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9617F-9F38-4A16-B426-F59C79CD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从首页点击 /people 正常；直接访问或刷新 /people 可能返回 404。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B1342-253A-4D3F-A483-8AB3DD2C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07C17-3521-4E6C-8934-E1BABE6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AE482-E2E5-4975-AD38-D4B8DBFA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原因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3B513-CD5E-4218-A306-49550EED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服务器找的是物理文件；但 /people 实际由浏览器里的 Vue Router 渲染。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3E22F-E993-4E7D-913E-D194B3D5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D88B3-3ECB-42C3-8AB3-FD45FFD7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8B4D4-E7B9-4CE5-8337-A0E3D2D9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解决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F15B7-7793-4CEF-A63A-D47F461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vercel.json 配置 rewrites：所有路径先返回 index.html。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C28AE-05A6-4950-84EB-4A7C9E3D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41A06-28A6-449B-BC7F-46D56C2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{ rewrites: [{ source: '/:path*', destination: '/index.html' }] 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7EAA0-ABC8-42C3-A02C-06C12406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94E79-8C3D-455A-80E8-A9D5B4A4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11263-F1CA-4601-9626-AF6ADCD0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0414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3409BE-5244-4F05-AE74-577870F4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2FE56-3D26-43DA-832B-1BA2CF75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A37AC-4E90-463B-A5A2-166803C7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9CDB23-000F-425C-909E-5C52D242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45B108-A169-4760-872B-C00E4E6C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WHY CLOUDFLARE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3A13F-E9B3-4E20-83AB-A6E96DB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部署成功不等于访问稳定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0856C-6CD9-4F4E-AAA2-0BBE8D0F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Vercel 解决网站放在哪里；Cloudflare 解决用户如何稳定找到它。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47DFC-A205-4744-AAB1-17E15FF9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000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A5E39-57A9-4594-B5F1-F2C15754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05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4B5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94B5E"/>
                </a:solidFill>
                <a:latin typeface="Aptos Display"/>
                <a:ea typeface="Aptos Display"/>
                <a:cs typeface="Aptos Display"/>
              </a:rPr>
              <a:t>Vercel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E0EBD-D121-47FD-AFF3-E7BB0818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构建、发布、HTTPS、全球 CDN、默认域名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8C134-0AE0-4AD9-BB7A-B5C9AC17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0350"/>
            <a:ext cx="4000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DD3A4-03D3-4D63-8597-4A8C623F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9A9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B9A97"/>
                </a:solidFill>
                <a:latin typeface="Aptos Display"/>
                <a:ea typeface="Aptos Display"/>
                <a:cs typeface="Aptos Display"/>
              </a:rPr>
              <a:t>Cloudflare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F0712-81D1-4638-8368-CBA134AF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DNS 托管、代理、缓存、安全、访问入口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BF9FA-5AFC-49EA-8BDC-8101B502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9570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8D3A1-53CD-4CD2-AC43-64FE8BE1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A1093-CF0A-4927-8022-5D7AE0C2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19700"/>
            <a:ext cx="695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从「能上线」到「更容易被国内用户打开」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6A9A8-1A27-4640-9252-C8A00695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35FC0-2A75-46CF-BD53-5FE99A0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31856-7430-4DFF-A75E-59FA46A5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34086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E69D3-3E5E-4BE6-B5ED-8C5C6711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14E35-179B-4EEA-AF33-7FFD0E0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E0FE-D40D-477F-941B-D90F7B2A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9535962-0985-4DC0-863C-7ADD8DC4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2335F9-7BD3-4F45-94CD-BA16CC7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DNS HANDOFF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25E92-296B-42A0-A00C-0394F6BF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Cloudflare DNS 托管的实际步骤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17DF1-1032-45DB-B96A-A83EB41F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本质上是把域名解析管理权交给 Cloudflare，再把域名指向 Vercel 项目。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0448-D3B0-4502-BB04-2EF0AC1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304A1-4E85-42FF-8C95-91B53D1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F74A8-F132-432C-BCD6-BB0A56B3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533DE-81FB-46D5-9501-8F585039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Cloudflare 添加站点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DB068-8E66-4F8F-9EF2-5AB266E2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9080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155D7-3D7D-4BC1-8CD7-A167D6BC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73F32-F397-4D25-A683-666A400D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670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E5A0D-FC82-4FD4-A555-12B3DCA5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57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修改注册商 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25D04-F299-4A8D-AC1C-C4B5418F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9080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17B59-B2C7-4123-8D3B-EE6B3A1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E4AD9-498C-47AD-BC8B-70F3BDF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670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C3423-F039-4DAD-A6BA-BF761F23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添加 CNAME 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2B010-E678-47A1-B62D-E0E2F7E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A3184-FD02-4950-8B7A-D6100A1F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D97CF-FACD-4590-9FB2-A7BAAA49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C872A-5A19-4123-95C1-4A5A982A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Vercel 添加域名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4E3E7-903C-4FF2-A85C-841709FE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290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C9DFB-45E7-4375-AC26-01E7D86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19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1B686-9A29-45C1-922A-90C9BEB2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052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37C4C4-4A7B-45C3-92DA-59400ADB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095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等待验证与证书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17476-D8F2-44EF-A084-B04CDF51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83D66-DC43-44E3-8D19-E06184A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CD1A5A-BA8F-42A5-B404-C54CD3C8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052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B8FF28-9431-4958-9251-B40484C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多网络访问测试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D746D-F3B0-4C7E-BAB5-92582A2A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72F50-4519-49FE-B623-097E471C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3004CC-B778-436A-8006-15A2B6E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08271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F80C1-2F28-4441-AC3C-8D22BD45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A891B-A6B6-426D-999F-3CF20E4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5C6CF-59AB-4505-B34F-787AE24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BDFCB5D-416A-4558-8828-BA0DCFBA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988D96-3802-4F62-B6F9-DD90548D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ACCESS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EC868-0476-4728-BD37-33859815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用户访问链路发生了变化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C0904-ACEB-426F-A108-82CA2CC9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用户记住自定义域名；请求先经过 Cloudflare，再回源到 Vercel。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CA23A-1148-4C43-BD37-C4E42A37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2F5F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CEC70-FD85-4238-99DA-A6E6164F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用户</a:t>
            </a:r>
          </a:p>
          <a:p xmlns:a="http://schemas.openxmlformats.org/drawingml/2006/main">
            <a:pPr algn="ctr">
              <a:defRPr sz="12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输入 imblab.cn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6140E-48A5-415C-826F-FF323883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48075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8438E-9CB8-46E4-AD55-C3EB3774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03C2C-CB40-47B4-83CD-A3255798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1B9A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EDC06-7758-4962-8D9C-E021BC87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099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Cloudflare</a:t>
            </a:r>
          </a:p>
          <a:p xmlns:a="http://schemas.openxmlformats.org/drawingml/2006/main">
            <a:pPr algn="ctr">
              <a:defRPr sz="12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DNS / Proxy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1945B-F84B-4680-BE45-2AF083E3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48075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D304E-82A7-44E9-814A-854C7FDE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0CAC8-B420-4E11-9543-FA23A0EF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56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A"/>
          </a:solidFill>
          <a:ln xmlns:a="http://schemas.openxmlformats.org/drawingml/2006/main" w="13335">
            <a:solidFill>
              <a:srgbClr val="C94B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B54C7-E275-4E31-9F2D-E5D5B031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Vercel</a:t>
            </a:r>
          </a:p>
          <a:p xmlns:a="http://schemas.openxmlformats.org/drawingml/2006/main">
            <a:pPr algn="ctr">
              <a:defRPr sz="12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静态源站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E66B5-AB21-4C71-9E60-CC2B47BA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48075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A9B22-B7B1-4396-85F3-22BA9FE5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7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6B46B-C4BF-4E5E-B04C-A9E21060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8"/>
          </a:solidFill>
          <a:ln xmlns:a="http://schemas.openxmlformats.org/drawingml/2006/main" w="13335">
            <a:solidFill>
              <a:srgbClr val="4E8D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288ED-3539-4E1A-8DF8-6EE1073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浏览器</a:t>
            </a:r>
          </a:p>
          <a:p xmlns:a="http://schemas.openxmlformats.org/drawingml/2006/main">
            <a:pPr algn="ctr">
              <a:defRPr sz="120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渲染官网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79D3AB-BB84-452D-B3F7-3D040252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530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FDA9B-9C33-4B7D-A743-660F3B8E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530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11C3D-FF9D-4DD6-8028-78781B68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86350"/>
            <a:ext cx="746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严谨表述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2B562-DAE5-4E78-B8A6-0794A1F5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14950"/>
            <a:ext cx="746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这套方案能改善 Vercel 默认域名在国内访问不稳定的问题；若追求强稳定，可继续升级为备案域名 + 国内 CDN。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16321-27A2-4EB8-9C2B-64134325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5314C-2C78-487F-A302-BDB31654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4A5C3E-8D7E-4D60-B755-3414DB3C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51126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CE037F-F865-4F82-989A-68DDEA90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11E6E-F5B8-418B-94ED-FD1D373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FB022-8E1E-469C-973B-32B3130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B664DF-3DE0-4D5F-9F07-E1480854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ADD04A-B8E3-4A73-B429-F073D964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LESSONS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4E21D-1EB9-459B-B376-877DAAA3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踩坑记录比代码更值得分享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BE895-3368-4A29-97CC-B927C04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这些问题都来自真实上线链路，而不是单个页面的实现。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EED5C-031E-4A73-8926-BB9D5DF8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F9A7D-99D9-4F22-A004-50A60F51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刷新 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6F3AD-8965-41F7-8871-065B35E8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241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所有路径 rewrites 到 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94A50-CCCA-4EF2-B3FC-49E28A2C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54927-B578-43E2-8B71-274326E4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图片偏大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48369-C15C-4CE3-913B-BB9755E8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WebP / AVIF、懒加载、响应式图片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A8368-D8AD-4929-999F-546BBBC2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D6D3B-47FE-41ED-B7AC-342E59CA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默认域名不稳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03494-3AB4-4C49-9FAD-151298AC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338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自定义域名 + Cloudflare DNS 代理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42CE0-DC06-4AC0-BEC9-58920000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6C7EF-2763-441B-BAF1-69DA241E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内容维护麻烦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8C8FC-00DC-4D3E-B6BB-0E551EBB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387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siteData.js 集中管理，后续可接 Excel/CMS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6F4C4-F15D-4FFC-8F13-A7E4E697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EAE89-71C3-4ABE-9B01-1E5EC1F0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08075-E54A-455F-9BEE-A09C1651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05663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845F99-BE79-49FD-BE1D-4D59B5C6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5C53E-5DDA-4214-AE2F-451F611D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5AD6C-687C-4873-BEEB-DE71895C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55BB18-84F0-4002-99D7-C6290066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A119D0-62E8-41B7-BD38-FC67BBB1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COST &amp; MAINTENANCE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39ADF-AC49-48D5-AA3A-19BD602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这套方案的成本主要是域名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AEB6D-397A-41E9-B0E0-92F87403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对实验室展示站来说，低运维成本比复杂架构更重要。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268EE-6025-4398-AEBF-B53A585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A3A86-92DB-4906-8B93-DBCCE14E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Vue /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8C58F-6757-4672-919C-153F3DF3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开源免费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1142D-D9E4-4A18-8D2E-14F31E3B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40D0C-6955-4C69-958E-0FCC129C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81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9DDE9-268F-498B-8E6B-FACA6FDB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38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免费额度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A9496-0935-4D8A-8B15-75DC389D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44642-311F-4DE9-B64C-95272BE2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Cloudflare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54AAB-563C-438A-91C9-EC429935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38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免费计划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E97CE-C418-45CF-B91A-98E96215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30CE7-6F8C-4F51-BD43-555A1DC0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81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域名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E5989-FB47-484C-92A4-6DA7A9A9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38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年费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A283A-0416-45DD-9CE2-CB13A5BD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5B76B-3138-4A8B-B8C4-72EE9244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8D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8D5D"/>
                </a:solidFill>
                <a:latin typeface="Aptos"/>
                <a:ea typeface="Aptos"/>
                <a:cs typeface="Aptos"/>
              </a:rPr>
              <a:t>服务器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F61ED-ED70-4E81-8EE5-664D1332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无需单独购买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1E59E-FE5D-4ED8-BD77-6C35C69D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292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82B20D-8567-4257-8064-466B716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292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A2465-A1DE-4519-8C32-4F31FA3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62550"/>
            <a:ext cx="746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维护逻辑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B532B-DF3F-4B84-9F39-1345BA51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91150"/>
            <a:ext cx="7467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内容更新走数据文件；页面更新走组件；上线更新走自动部署；访问入口走域名和 DNS。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B18E3-3C4F-4C84-B305-67E8020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5422C-853C-45C0-84F1-5AE70F3D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794A0-DFFE-47C0-9B84-67CBAE7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199821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946DAA-7828-485E-AF66-2F464347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6C52A-8744-4037-A272-DE6B92B4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4CCD6-A685-4136-A80E-77CE2461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47096C9-0D39-45D4-8A26-6658835C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609509-64D7-40E8-917F-86772A77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DEMO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51195-565E-46FF-903E-F6E09E8C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现场演示可以只做四件事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76F9C-143E-4585-A21A-519947C8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演示要围绕流程，不要陷入代码细节。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2B9BD-7D33-471A-8666-9038C323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7EA99-245F-4AFA-A091-5D688EA3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E2FB5-250B-4758-BC4E-78B6172B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1A7D4-3E91-4BE8-9B91-F5C29E82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9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看项目结构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546D0-6329-4A2F-9B97-48F925B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views / components / data / vercel.json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40EAB-8B88-42AF-827F-B427EA2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3F5D9-CE77-4649-8F11-F93C73BF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77944-7BD4-4C18-97C5-BA5041E4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6F40E-C994-4AE1-9D6D-11786A32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71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改一条数据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7C26C-BC6C-4FD7-BE6A-6B05F9DA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说明内容统一维护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F2FEF-E19A-4576-962D-8420D75B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7A1BB-B27B-4BD4-AFFD-18E48907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9FA1F-16F1-4484-B301-F8B868F5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3427A-3CEB-4AF7-BBE3-CDAD8F62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5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刷新二级页面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0479F-DE2E-4552-90C4-BAFD6150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验证 rewrites 解决 404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6D637-A6BC-45A8-A241-25EA96AB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2BCA0-84EE-4C8C-A75A-3D45DF6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C23EB-28A6-412D-8D1D-8D8BBB6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17078-124D-46FD-9BAE-DDBB7D7C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33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看 DNS 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204CE-B49A-49F0-90F1-0205F4A6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说明域名如何指向部署平台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59AE8-0FAB-45E4-A501-2B7DA2E5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70DD8-DE91-4DC6-9F30-D5FA06FA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663811-28A2-45C2-B8C9-CE00C41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3370643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FC365-AF23-45E6-BF2F-F5E1EF6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ABB84-CA76-404D-BDCA-3D71EDD3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21594-D5FE-43F4-BC72-76172310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6D780C-EAB0-4B04-8D92-7D46EF26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AD54FD-55BB-47D4-BC5E-777B0A2C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Q&amp;A 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D9747-6391-4413-91A2-7B8294D8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Q&amp;A 预案：回答选择背后的取舍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FBAAC-263E-4550-82B8-33E964A5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问题大多不会卡在代码，而会问为什么不用另一种方案。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45F9C-BC83-4F36-8DBE-8BFE482C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19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DF1C0-F0F9-4CCC-B3EE-0CDC223C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82F75-CA54-4C5B-80AC-FA8F485E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F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F98"/>
                </a:solidFill>
                <a:latin typeface="Aptos"/>
                <a:ea typeface="Aptos"/>
                <a:cs typeface="Aptos"/>
              </a:rPr>
              <a:t>为什么不用 WordPress？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73FE2-77AB-4E92-A50D-97F36A4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当前更需要定制展示和低运行成本，后续可接 CMS。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9B4C4-4E63-4EB2-A1ED-3384E6D0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419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8C9C6-035B-41ED-AD31-594232F7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1556F-8B1B-4386-818F-117C472B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05100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为什么不用国内服务器？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950E4-EB15-4B81-83C3-9A442127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370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国内服务器更稳，但备案、运维和证书成本更高。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C597A-771C-406F-979D-365EC3B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19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A1C0D-3D2D-45D4-9719-1E2EB1E4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C1804-C5E0-4A7F-909E-B85CB048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Cloudflare 能保证国内访问吗？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79FBD-F7C7-4BA7-A032-361469AE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不能绝对保证，但能改善默认域名不稳定；强稳定需国内 CDN。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14211-DB0A-4225-9572-5FD6853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19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E1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72265-618F-41A8-B44B-5AC7102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E7897-750B-4CA5-ADA7-23822E88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62400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4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4B5E"/>
                </a:solidFill>
                <a:latin typeface="Aptos"/>
                <a:ea typeface="Aptos"/>
                <a:cs typeface="Aptos"/>
              </a:rPr>
              <a:t>以后怎么更新内容？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77A48-638A-46E3-B55F-21E8757B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91000"/>
            <a:ext cx="384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先集中维护数据文件，再逐步接 Excel 自动生成或后台。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00359-E34B-40A1-8BE6-72B4F01E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B742E-65AA-4DE2-B8A8-02192949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84"/>
                </a:solidFill>
                <a:latin typeface="Aptos"/>
                <a:ea typeface="Aptos"/>
                <a:cs typeface="Aptos"/>
              </a:rPr>
              <a:t>问题研究社官网上线流程分享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37A75-60F0-434D-9AD5-14E4186D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6759998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5DB9F-E6B6-4EE4-8BCF-BA71E941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6A192-A2FE-4A5F-AD92-5ABE9567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113538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3CB96-6677-4038-8AFA-E28754A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F08C5-AE0B-457C-9C58-54E854CA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C2BA3-B9FC-4979-A3EB-33491492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F969A-F8AD-4314-A72F-7FC7D13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ONE-LINE 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305D4-3B01-49BF-B5DD-3794E3AB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33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用轻量前端技术完成页面构建，用自动化平台完成部署，用 DNS 和代理服务打通访问链路。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CBBE8-1989-408D-9889-6B1BCE00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C982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46967-87A0-4FCE-80C0-04AFF6BE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02D1E-FD84-4AE1-92EA-CA62858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3E314-A85C-47F9-85B9-A7ED6B55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24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BAFA3-58F4-4CC0-8357-222593A7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1B9A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4A70F-ADEC-4081-840F-7B513A3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67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页面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702EF-CC87-4330-9ADB-B3130D6B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147D3-D577-4EF1-B103-720D2350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24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F7C6F-8CC7-4E69-9E6F-A999EA3F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C982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7BFF3-FDA9-4D95-AEF1-183895E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67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构建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EA755-5851-4467-B366-509E3F6A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719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1128E-6D5C-478F-8512-634C2B1A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24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6E0B6-E141-4A9C-8E71-8B5F16D5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1B9A9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4A8A4-A753-463C-BFC7-03291ED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67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部署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FE2F4-D7E2-4ACD-B15B-896364C3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41B5F-56EE-4E11-BF30-AE835957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24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30C50-F5CB-4D82-AFAC-1F6E735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C9822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051F0-0DB8-40E2-9589-A62B510E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67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2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8222"/>
                </a:solidFill>
                <a:latin typeface="Aptos"/>
                <a:ea typeface="Aptos"/>
                <a:cs typeface="Aptos"/>
              </a:rPr>
              <a:t>域名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9B08A2-7787-420E-AE46-A0527F62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82A6E-F31E-46E5-B83B-9B74510B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24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>
              <a:alpha val="2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8F47C-B19C-4733-9038-FF3BE3E1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1B9A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F02750-1280-446A-82C1-D712D0FA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67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9A9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A97"/>
                </a:solidFill>
                <a:latin typeface="Aptos"/>
                <a:ea typeface="Aptos"/>
                <a:cs typeface="Aptos"/>
              </a:rPr>
              <a:t>访问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992BD6-E65C-4F9F-934B-E2591CE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>
                    <a:alpha val="85098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>
                    <a:alpha val="85098"/>
                  </a:srgbClr>
                </a:solidFill>
                <a:latin typeface="Aptos"/>
                <a:ea typeface="Aptos"/>
                <a:cs typeface="Aptos"/>
              </a:rPr>
              <a:t>最终目标：把一个本地项目变成真正可对外使用、可持续维护的实验室官网。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280217-0277-440D-B212-F4116EC7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80347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2026-05-14T11:43:04.3160000Z</dcterms:created>
  <dcterms:modified xsi:type="dcterms:W3CDTF">2026-05-14T11:43:04.3160000Z</dcterms:modified>
</coreProperties>
</file>